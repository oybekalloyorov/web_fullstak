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Pull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Ikki branch'da bitta qator turlicha o'zgartirilganda.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Shunchaki git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13-MAVZU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Jamoa bilan ishlash va loyiha qilish. Netlify va Vercel'ga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Jamoaviy loyiha bosqichlari, rollarni taqsimlash, Git branch, merge va konfliktlar, GitHub'da hamkorlik va Pull Request; saytni Netlify va Vercel'ga bepul joylash.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Dasturchilar </a:t>
            </a:r>
            <a:r>
              <a:rPr sz="2800" b="1">
                <a:solidFill>
                  <a:srgbClr val="1F232B"/>
                </a:solidFill>
                <a:latin typeface="Calibri"/>
              </a:rPr>
              <a:t>jamoada</a:t>
            </a:r>
            <a:r>
              <a:rPr sz="2800" b="0">
                <a:solidFill>
                  <a:srgbClr val="1F232B"/>
                </a:solidFill>
                <a:latin typeface="Calibri"/>
              </a:rPr>
              <a:t> qanday ishlaydi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Loyihani </a:t>
            </a:r>
            <a:r>
              <a:rPr sz="2800" b="1">
                <a:solidFill>
                  <a:srgbClr val="1F232B"/>
                </a:solidFill>
                <a:latin typeface="Calibri"/>
              </a:rPr>
              <a:t>rejalashtirish</a:t>
            </a:r>
            <a:r>
              <a:rPr sz="2800" b="0">
                <a:solidFill>
                  <a:srgbClr val="1F232B"/>
                </a:solidFill>
                <a:latin typeface="Calibri"/>
              </a:rPr>
              <a:t> va vazifalarni taqsimlash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Git </a:t>
            </a:r>
            <a:r>
              <a:rPr sz="2800" b="1">
                <a:solidFill>
                  <a:srgbClr val="1F232B"/>
                </a:solidFill>
                <a:latin typeface="Calibri"/>
              </a:rPr>
              <a:t>branch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800" b="1">
                <a:solidFill>
                  <a:srgbClr val="1F232B"/>
                </a:solidFill>
                <a:latin typeface="Calibri"/>
              </a:rPr>
              <a:t>merge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konflikt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GitHub'da hamkorlik va </a:t>
            </a:r>
            <a:r>
              <a:rPr sz="2800" b="1">
                <a:solidFill>
                  <a:srgbClr val="1F232B"/>
                </a:solidFill>
                <a:latin typeface="Calibri"/>
              </a:rPr>
              <a:t>Pull Request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Saytni </a:t>
            </a:r>
            <a:r>
              <a:rPr sz="2800" b="1">
                <a:solidFill>
                  <a:srgbClr val="1F232B"/>
                </a:solidFill>
                <a:latin typeface="Calibri"/>
              </a:rPr>
              <a:t>Netlify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Vercel</a:t>
            </a:r>
            <a:r>
              <a:rPr sz="2800" b="0">
                <a:solidFill>
                  <a:srgbClr val="1F232B"/>
                </a:solidFill>
                <a:latin typeface="Calibri"/>
              </a:rPr>
              <a:t>'ga joylash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Nima uchun jamoada ishlash muhim?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1096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Telegram, Click kabi ilovalarni </a:t>
            </a:r>
            <a:r>
              <a:rPr sz="2800" b="1">
                <a:solidFill>
                  <a:srgbClr val="1F232B"/>
                </a:solidFill>
                <a:latin typeface="Calibri"/>
              </a:rPr>
              <a:t>yuzlab</a:t>
            </a:r>
            <a:r>
              <a:rPr sz="2800" b="0">
                <a:solidFill>
                  <a:srgbClr val="1F232B"/>
                </a:solidFill>
                <a:latin typeface="Calibri"/>
              </a:rPr>
              <a:t> dasturchilar birga yaratgan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77098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6455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Eng qadrli ko'nikma: vazifani bo'lishish, boshqalar kodini tushunish, kelishish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82457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718150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18150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09590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Futbol jamoasi:</a:t>
            </a:r>
            <a:r>
              <a:rPr sz="2660" b="0">
                <a:solidFill>
                  <a:srgbClr val="1F232B"/>
                </a:solidFill>
                <a:latin typeface="Calibri"/>
              </a:rPr>
              <a:t> hamma to'p ortidan yugursa — yutqazadi. Har kimning o'z o'rni bor. Kimdir header, kimdir galereya, kimdir forma yozadi — oxirida bitta saytga birlashadi.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Jamoaviy loyiha bosqichlari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G'oya:</a:t>
            </a:r>
            <a:r>
              <a:rPr sz="2800" b="0">
                <a:solidFill>
                  <a:srgbClr val="1F232B"/>
                </a:solidFill>
                <a:latin typeface="Calibri"/>
              </a:rPr>
              <a:t> sayt nima haqida, kimlar uchun?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Reja:</a:t>
            </a:r>
            <a:r>
              <a:rPr sz="2800" b="0">
                <a:solidFill>
                  <a:srgbClr val="1F232B"/>
                </a:solidFill>
                <a:latin typeface="Calibri"/>
              </a:rPr>
              <a:t> kichik vazifalar ro'yxati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Rollar: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har vazifaga mas'ul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Kelishuvlar: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ranglar, shriftlar, fayl va class nomlari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Ishlab chiqish:</a:t>
            </a:r>
            <a:r>
              <a:rPr sz="2800" b="0">
                <a:solidFill>
                  <a:srgbClr val="1F232B"/>
                </a:solidFill>
                <a:latin typeface="Calibri"/>
              </a:rPr>
              <a:t> har kim o'z branch'ida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82803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Code review:</a:t>
            </a:r>
            <a:r>
              <a:rPr sz="2800" b="0">
                <a:solidFill>
                  <a:srgbClr val="1F232B"/>
                </a:solidFill>
                <a:latin typeface="Calibri"/>
              </a:rPr>
              <a:t> bir-birining kodini tekshirish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47725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550468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Merge va 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Kanban doskasi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98345"/>
          <a:ext cx="11091672" cy="1505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📝 Qilinishi kerak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⏳ Jarayonda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✅ Tayyor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Galereya — Madina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Header va menyu — Sardor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Ranglar tanlandi — hamma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Aloqa formasi — Javohir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Papka tuzilmasi — Sardor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352351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Vositalar: </a:t>
            </a:r>
            <a:r>
              <a:rPr sz="2800" b="1">
                <a:solidFill>
                  <a:srgbClr val="1F232B"/>
                </a:solidFill>
                <a:latin typeface="Calibri"/>
              </a:rPr>
              <a:t>GitHub Projects</a:t>
            </a:r>
            <a:r>
              <a:rPr sz="2800" b="0">
                <a:solidFill>
                  <a:srgbClr val="1F232B"/>
                </a:solidFill>
                <a:latin typeface="Calibri"/>
              </a:rPr>
              <a:t>, Trello yoki sinf doskasi + stikerlar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68353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Git branch — parallel 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85220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85220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76660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Daraxt shoxlari:</a:t>
            </a:r>
            <a:r>
              <a:rPr sz="2660" b="0">
                <a:solidFill>
                  <a:srgbClr val="1F232B"/>
                </a:solidFill>
                <a:latin typeface="Calibri"/>
              </a:rPr>
              <a:t> </a:t>
            </a:r>
            <a:r>
              <a:rPr sz="2447" b="0">
                <a:solidFill>
                  <a:srgbClr val="B02A4A"/>
                </a:solidFill>
                <a:latin typeface="Consolas"/>
              </a:rPr>
              <a:t>main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tana. Har dasturchi o'z vazifasi uchun shox o'stiradi. Ish tugagach shox tanaga "payvand" qilinadi (merge). Shoxdagi xato tanaga zarar bermaydi.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27533"/>
            <a:ext cx="11091672" cy="203484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239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6717"/>
            <a:ext cx="10725912" cy="16873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     o──o──o        ← feature/galereya (Madina)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    /        \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main  o──o──o──────────o──o  ← merge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    \            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     o──o──o───o     ← feature/forma (Javohir)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Branch buyruqlari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534"/>
            <a:ext cx="11091672" cy="203484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3839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12718"/>
            <a:ext cx="10725912" cy="16873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branch                       # barcha branch'lar (* — joriysi)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switch -c feature/galereya   # yangi branch yaratib o'tish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# ... ishlash, git add, git commit ...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switch main                  # asosiy branch'ga qaytish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merge feature/galereya       # birlashtirish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3783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main</a:t>
            </a:r>
            <a:r>
              <a:rPr sz="2800" b="0">
                <a:solidFill>
                  <a:srgbClr val="1F232B"/>
                </a:solidFill>
                <a:latin typeface="Calibri"/>
              </a:rPr>
              <a:t> da doim </a:t>
            </a:r>
            <a:r>
              <a:rPr sz="2800" b="1">
                <a:solidFill>
                  <a:srgbClr val="1F232B"/>
                </a:solidFill>
                <a:latin typeface="Calibri"/>
              </a:rPr>
              <a:t>ishlaydigan</a:t>
            </a:r>
            <a:r>
              <a:rPr sz="2800" b="0">
                <a:solidFill>
                  <a:srgbClr val="1F232B"/>
                </a:solidFill>
                <a:latin typeface="Calibri"/>
              </a:rPr>
              <a:t> kod turadi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19785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Konflikt — ikki kishi bitta qatorni o'zgartirsa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23687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88940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952" b="0">
                <a:solidFill>
                  <a:srgbClr val="E6E6E6"/>
                </a:solidFill>
                <a:latin typeface="Consolas"/>
              </a:rPr>
              <a:t>&lt;&lt;&lt;&lt;&lt;&lt;&lt; HEAD</a:t>
            </a:r>
          </a:p>
          <a:p>
            <a:pPr>
              <a:lnSpc>
                <a:spcPct val="100000"/>
              </a:lnSpc>
            </a:pPr>
            <a:r>
              <a:rPr sz="952" b="0">
                <a:solidFill>
                  <a:srgbClr val="E6E6E6"/>
                </a:solidFill>
                <a:latin typeface="Consolas"/>
              </a:rPr>
              <a:t>&lt;h1&gt;Bizning maktab&lt;/h1&gt;</a:t>
            </a:r>
          </a:p>
          <a:p>
            <a:pPr>
              <a:lnSpc>
                <a:spcPct val="100000"/>
              </a:lnSpc>
            </a:pPr>
            <a:r>
              <a:rPr sz="952" b="0">
                <a:solidFill>
                  <a:srgbClr val="E6E6E6"/>
                </a:solidFill>
                <a:latin typeface="Consolas"/>
              </a:rPr>
              <a:t>=======</a:t>
            </a:r>
          </a:p>
          <a:p>
            <a:pPr>
              <a:lnSpc>
                <a:spcPct val="100000"/>
              </a:lnSpc>
            </a:pPr>
            <a:r>
              <a:rPr sz="952" b="0">
                <a:solidFill>
                  <a:srgbClr val="E6E6E6"/>
                </a:solidFill>
                <a:latin typeface="Consolas"/>
              </a:rPr>
              <a:t>&lt;h1&gt;5-maktab rasmiy sayti&lt;/h1&gt;</a:t>
            </a:r>
          </a:p>
          <a:p>
            <a:pPr>
              <a:lnSpc>
                <a:spcPct val="100000"/>
              </a:lnSpc>
            </a:pPr>
            <a:r>
              <a:rPr sz="952" b="0">
                <a:solidFill>
                  <a:srgbClr val="E6E6E6"/>
                </a:solidFill>
                <a:latin typeface="Consolas"/>
              </a:rPr>
              <a:t>&gt;&gt;&gt;&gt;&gt;&gt;&gt; feature/forma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73654"/>
            <a:ext cx="10680192" cy="2771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88" b="0">
                <a:solidFill>
                  <a:srgbClr val="B02A4A"/>
                </a:solidFill>
                <a:latin typeface="Consolas"/>
              </a:rPr>
              <a:t>HEAD</a:t>
            </a:r>
            <a:r>
              <a:rPr sz="1400" b="0">
                <a:solidFill>
                  <a:srgbClr val="1F232B"/>
                </a:solidFill>
                <a:latin typeface="Calibri"/>
              </a:rPr>
              <a:t> dan </a:t>
            </a:r>
            <a:r>
              <a:rPr sz="1288" b="0">
                <a:solidFill>
                  <a:srgbClr val="B02A4A"/>
                </a:solidFill>
                <a:latin typeface="Consolas"/>
              </a:rPr>
              <a:t>=======</a:t>
            </a:r>
            <a:r>
              <a:rPr sz="1400" b="0">
                <a:solidFill>
                  <a:srgbClr val="1F232B"/>
                </a:solidFill>
                <a:latin typeface="Calibri"/>
              </a:rPr>
              <a:t> gacha — </a:t>
            </a:r>
            <a:r>
              <a:rPr sz="1400" b="1">
                <a:solidFill>
                  <a:srgbClr val="1F232B"/>
                </a:solidFill>
                <a:latin typeface="Calibri"/>
              </a:rPr>
              <a:t>sizning</a:t>
            </a:r>
            <a:r>
              <a:rPr sz="1400" b="0">
                <a:solidFill>
                  <a:srgbClr val="1F232B"/>
                </a:solidFill>
                <a:latin typeface="Calibri"/>
              </a:rPr>
              <a:t> variant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95366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60496"/>
            <a:ext cx="10680192" cy="2771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88" b="0">
                <a:solidFill>
                  <a:srgbClr val="B02A4A"/>
                </a:solidFill>
                <a:latin typeface="Consolas"/>
              </a:rPr>
              <a:t>=======</a:t>
            </a:r>
            <a:r>
              <a:rPr sz="1400" b="0">
                <a:solidFill>
                  <a:srgbClr val="1F232B"/>
                </a:solidFill>
                <a:latin typeface="Calibri"/>
              </a:rPr>
              <a:t> dan </a:t>
            </a:r>
            <a:r>
              <a:rPr sz="1288" b="0">
                <a:solidFill>
                  <a:srgbClr val="B02A4A"/>
                </a:solidFill>
                <a:latin typeface="Consolas"/>
              </a:rPr>
              <a:t>&gt;&gt;&gt;&gt;&gt;&gt;&gt;</a:t>
            </a:r>
            <a:r>
              <a:rPr sz="1400" b="0">
                <a:solidFill>
                  <a:srgbClr val="1F232B"/>
                </a:solidFill>
                <a:latin typeface="Calibri"/>
              </a:rPr>
              <a:t> gacha — </a:t>
            </a:r>
            <a:r>
              <a:rPr sz="1400" b="1">
                <a:solidFill>
                  <a:srgbClr val="1F232B"/>
                </a:solidFill>
                <a:latin typeface="Calibri"/>
              </a:rPr>
              <a:t>birlashtirilayotgan</a:t>
            </a:r>
            <a:r>
              <a:rPr sz="1400" b="0">
                <a:solidFill>
                  <a:srgbClr val="1F232B"/>
                </a:solidFill>
                <a:latin typeface="Calibri"/>
              </a:rPr>
              <a:t> variant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34050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" y="364733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67477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0">
                <a:solidFill>
                  <a:srgbClr val="1F232B"/>
                </a:solidFill>
                <a:latin typeface="Calibri"/>
              </a:rPr>
              <a:t>Jamoa bilan kelishib, keraklisini qoldiring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32399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435142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0">
                <a:solidFill>
                  <a:srgbClr val="1F232B"/>
                </a:solidFill>
                <a:latin typeface="Calibri"/>
              </a:rPr>
              <a:t>Barcha belgilarni o'chiring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00065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502808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88" b="0">
                <a:solidFill>
                  <a:srgbClr val="B02A4A"/>
                </a:solidFill>
                <a:latin typeface="Consolas"/>
              </a:rPr>
              <a:t>git add .</a:t>
            </a:r>
            <a:r>
              <a:rPr sz="1400" b="0">
                <a:solidFill>
                  <a:srgbClr val="1F232B"/>
                </a:solidFill>
                <a:latin typeface="Calibri"/>
              </a:rPr>
              <a:t> → </a:t>
            </a:r>
            <a:r>
              <a:rPr sz="1288" b="0">
                <a:solidFill>
                  <a:srgbClr val="B02A4A"/>
                </a:solidFill>
                <a:latin typeface="Consolas"/>
              </a:rPr>
              <a:t>git commit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677306"/>
            <a:ext cx="11091672" cy="467169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677306"/>
            <a:ext cx="82296" cy="46716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68746"/>
            <a:ext cx="10725912" cy="30257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30" b="0">
                <a:solidFill>
                  <a:srgbClr val="1F232B"/>
                </a:solidFill>
                <a:latin typeface="Calibri"/>
              </a:rPr>
              <a:t>⚠️ </a:t>
            </a:r>
            <a:r>
              <a:rPr sz="1330" b="0">
                <a:solidFill>
                  <a:srgbClr val="1F232B"/>
                </a:solidFill>
                <a:latin typeface="Calibri"/>
              </a:rPr>
              <a:t>Konfliktni kamaytirish: har kim </a:t>
            </a:r>
            <a:r>
              <a:rPr sz="1330" b="1">
                <a:solidFill>
                  <a:srgbClr val="1F232B"/>
                </a:solidFill>
                <a:latin typeface="Calibri"/>
              </a:rPr>
              <a:t>turli fayllarda</a:t>
            </a:r>
            <a:r>
              <a:rPr sz="1330" b="0">
                <a:solidFill>
                  <a:srgbClr val="1F232B"/>
                </a:solidFill>
                <a:latin typeface="Calibri"/>
              </a:rPr>
              <a:t> ishlasin, tez-tez </a:t>
            </a:r>
            <a:r>
              <a:rPr sz="1223" b="0">
                <a:solidFill>
                  <a:srgbClr val="B02A4A"/>
                </a:solidFill>
                <a:latin typeface="Consolas"/>
              </a:rPr>
              <a:t>git pull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GitHub'da hamkorlik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3247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00" b="1">
                <a:solidFill>
                  <a:srgbClr val="1F232B"/>
                </a:solidFill>
                <a:latin typeface="Calibri"/>
              </a:rPr>
              <a:t>Hamkor qo'shish:</a:t>
            </a:r>
            <a:r>
              <a:rPr sz="1700" b="0">
                <a:solidFill>
                  <a:srgbClr val="1F232B"/>
                </a:solidFill>
                <a:latin typeface="Calibri"/>
              </a:rPr>
              <a:t> Settings → Collaborators → Add people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1447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51787"/>
            <a:ext cx="10680192" cy="3247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00" b="1">
                <a:solidFill>
                  <a:srgbClr val="1F232B"/>
                </a:solidFill>
                <a:latin typeface="Calibri"/>
              </a:rPr>
              <a:t>Pull Request</a:t>
            </a:r>
            <a:r>
              <a:rPr sz="1700" b="0">
                <a:solidFill>
                  <a:srgbClr val="1F232B"/>
                </a:solidFill>
                <a:latin typeface="Calibri"/>
              </a:rPr>
              <a:t> — "mening branch'imni main'ga qo'shing" degan so'rov: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194894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228625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31368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64" b="0">
                <a:solidFill>
                  <a:srgbClr val="B02A4A"/>
                </a:solidFill>
                <a:latin typeface="Consolas"/>
              </a:rPr>
              <a:t>git push -u origin feature/galereya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96291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299034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00" b="0">
                <a:solidFill>
                  <a:srgbClr val="1F232B"/>
                </a:solidFill>
                <a:latin typeface="Calibri"/>
              </a:rPr>
              <a:t>GitHub'da </a:t>
            </a:r>
            <a:r>
              <a:rPr sz="1700" b="1">
                <a:solidFill>
                  <a:srgbClr val="1F232B"/>
                </a:solidFill>
                <a:latin typeface="Calibri"/>
              </a:rPr>
              <a:t>"Compare &amp; pull request"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3956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366699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00" b="0">
                <a:solidFill>
                  <a:srgbClr val="1F232B"/>
                </a:solidFill>
                <a:latin typeface="Calibri"/>
              </a:rPr>
              <a:t>Sarlavha, tavsif, skrinshot yozing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31622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34365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00" b="0">
                <a:solidFill>
                  <a:srgbClr val="1F232B"/>
                </a:solidFill>
                <a:latin typeface="Calibri"/>
              </a:rPr>
              <a:t>Jamoadoshlar </a:t>
            </a:r>
            <a:r>
              <a:rPr sz="1700" b="1">
                <a:solidFill>
                  <a:srgbClr val="1F232B"/>
                </a:solidFill>
                <a:latin typeface="Calibri"/>
              </a:rPr>
              <a:t>Files changed</a:t>
            </a:r>
            <a:r>
              <a:rPr sz="1700" b="0">
                <a:solidFill>
                  <a:srgbClr val="1F232B"/>
                </a:solidFill>
                <a:latin typeface="Calibri"/>
              </a:rPr>
              <a:t> da izoh qoldiradi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99287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502031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00" b="0">
                <a:solidFill>
                  <a:srgbClr val="1F232B"/>
                </a:solidFill>
                <a:latin typeface="Calibri"/>
              </a:rPr>
              <a:t>Tuzatib push qilasiz — PR avtomatik yangilanadi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66953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569696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00" b="1">
                <a:solidFill>
                  <a:srgbClr val="1F232B"/>
                </a:solidFill>
                <a:latin typeface="Calibri"/>
              </a:rPr>
              <a:t>Merge pull request</a:t>
            </a:r>
            <a:r>
              <a:rPr sz="1700" b="0">
                <a:solidFill>
                  <a:srgbClr val="1F232B"/>
                </a:solidFill>
                <a:latin typeface="Calibri"/>
              </a:rPr>
              <a:t> → hamma </a:t>
            </a:r>
            <a:r>
              <a:rPr sz="1564" b="0">
                <a:solidFill>
                  <a:srgbClr val="B02A4A"/>
                </a:solidFill>
                <a:latin typeface="Consolas"/>
              </a:rPr>
              <a:t>git pull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Code review madaniyati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0928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Kodni</a:t>
            </a:r>
            <a:r>
              <a:rPr sz="2800" b="0">
                <a:solidFill>
                  <a:srgbClr val="1F232B"/>
                </a:solidFill>
                <a:latin typeface="Calibri"/>
              </a:rPr>
              <a:t> tanqid qiling, odamni emas: "Bu yerda alt yo'q" ✅ — "Sen hech narsa bilmaysan" ❌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96930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6287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Maqtashni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unutmang: "Animatsiya zo'r chiqibdi! 👍"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02289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7196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Taklif</a:t>
            </a:r>
            <a:r>
              <a:rPr sz="2800" b="0">
                <a:solidFill>
                  <a:srgbClr val="1F232B"/>
                </a:solidFill>
                <a:latin typeface="Calibri"/>
              </a:rPr>
              <a:t> sifatida yozing: "Bu yerda Grid ishlatsak qanday bo'ladi?"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3198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Deploy: Netlify va Vercel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19224"/>
          <a:ext cx="11091672" cy="301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01904"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Netlify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Vercel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Narxi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Bepul (shaxsiy)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Bepul (shaxsiy)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Manzil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nom.netlify.app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nom.vercel.app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HTTPS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Avtomatik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Avtomatik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GitHub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Har push'da yangilanadi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Har push'da yangilanadi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O'ziga xos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Drag &amp; Drop, formalar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React/Next.js uchun qulay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Netlify: sudrab tashlash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app.netlify.com/drop</a:t>
            </a:r>
            <a:r>
              <a:rPr sz="2800" b="0">
                <a:solidFill>
                  <a:srgbClr val="1F232B"/>
                </a:solidFill>
                <a:latin typeface="Calibri"/>
              </a:rPr>
              <a:t> ni oching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Sayt papkasini (ichida </a:t>
            </a:r>
            <a:r>
              <a:rPr sz="2576" b="0">
                <a:solidFill>
                  <a:srgbClr val="B02A4A"/>
                </a:solidFill>
                <a:latin typeface="Consolas"/>
              </a:rPr>
              <a:t>index.html</a:t>
            </a:r>
            <a:r>
              <a:rPr sz="2800" b="0">
                <a:solidFill>
                  <a:srgbClr val="1F232B"/>
                </a:solidFill>
                <a:latin typeface="Calibri"/>
              </a:rPr>
              <a:t>) maydonga sudrab tashlang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Bir necha soniyada: </a:t>
            </a:r>
            <a:r>
              <a:rPr sz="2576" b="0">
                <a:solidFill>
                  <a:srgbClr val="B02A4A"/>
                </a:solidFill>
                <a:latin typeface="Consolas"/>
              </a:rPr>
              <a:t>https://tasodifiy-nom-123.netlify.app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790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9065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Change site name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maktab5-samarqand.netlify.app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GitHub orqali deploy (professional)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Netlify/Vercel'ga </a:t>
            </a:r>
            <a:r>
              <a:rPr sz="2600" b="1">
                <a:solidFill>
                  <a:srgbClr val="1F232B"/>
                </a:solidFill>
                <a:latin typeface="Calibri"/>
              </a:rPr>
              <a:t>GitHub akkaunti</a:t>
            </a:r>
            <a:r>
              <a:rPr sz="2600" b="0">
                <a:solidFill>
                  <a:srgbClr val="1F232B"/>
                </a:solidFill>
                <a:latin typeface="Calibri"/>
              </a:rPr>
              <a:t> bilan kiring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Import an existing project</a:t>
            </a:r>
            <a:r>
              <a:rPr sz="2600" b="0">
                <a:solidFill>
                  <a:srgbClr val="1F232B"/>
                </a:solidFill>
                <a:latin typeface="Calibri"/>
              </a:rPr>
              <a:t> → repozitoriyani tanlang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HTML/CSS uchun sozlama kerak emas → </a:t>
            </a:r>
            <a:r>
              <a:rPr sz="2600" b="1">
                <a:solidFill>
                  <a:srgbClr val="1F232B"/>
                </a:solidFill>
                <a:latin typeface="Calibri"/>
              </a:rPr>
              <a:t>Deploy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Endi har </a:t>
            </a:r>
            <a:r>
              <a:rPr sz="2392" b="0">
                <a:solidFill>
                  <a:srgbClr val="B02A4A"/>
                </a:solidFill>
                <a:latin typeface="Consolas"/>
              </a:rPr>
              <a:t>git push</a:t>
            </a:r>
            <a:r>
              <a:rPr sz="2600" b="0">
                <a:solidFill>
                  <a:srgbClr val="1F232B"/>
                </a:solidFill>
                <a:latin typeface="Calibri"/>
              </a:rPr>
              <a:t> → sayt </a:t>
            </a:r>
            <a:r>
              <a:rPr sz="2600" b="1">
                <a:solidFill>
                  <a:srgbClr val="1F232B"/>
                </a:solidFill>
                <a:latin typeface="Calibri"/>
              </a:rPr>
              <a:t>avtomatik</a:t>
            </a:r>
            <a:r>
              <a:rPr sz="2600" b="0">
                <a:solidFill>
                  <a:srgbClr val="1F232B"/>
                </a:solidFill>
                <a:latin typeface="Calibri"/>
              </a:rPr>
              <a:t> yangilanadi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23944"/>
            <a:ext cx="11091672" cy="147129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769" b="1">
                <a:solidFill>
                  <a:srgbClr val="E2552B"/>
                </a:solidFill>
                <a:latin typeface="Calibri"/>
              </a:rPr>
              <a:t>Bu — CI/CD (uzluksiz yetkazib berish) ning eng oddiy ko'rinishi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704967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O'z domeningiz: </a:t>
            </a:r>
            <a:r>
              <a:rPr sz="2600" b="1">
                <a:solidFill>
                  <a:srgbClr val="1F232B"/>
                </a:solidFill>
                <a:latin typeface="Calibri"/>
              </a:rPr>
              <a:t>Add custom domain</a:t>
            </a:r>
            <a:r>
              <a:rPr sz="2600" b="0">
                <a:solidFill>
                  <a:srgbClr val="1F232B"/>
                </a:solidFill>
                <a:latin typeface="Calibri"/>
              </a:rPr>
              <a:t> + DNS yozuvlari (1-mavzu)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585355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mashg'ulot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8-loyiha: 3–4 kishilik jamoada "Bizning sinf" sayti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"Bizning sinf"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187525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15277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bizning-sinf/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├── index.html        ← Sardor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├── oquvchilar.html   ← 2-a'zo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├── galereya.html     ← 3-a'zo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├── aloqa.html        ← 4-a'zo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├── css/umumiy.css    ← kelishib yoziladi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└── rasmlar/</a:t>
            </a:r>
          </a:p>
        </p:txBody>
      </p:sp>
      <p:sp>
        <p:nvSpPr>
          <p:cNvPr id="10" name="Oval 9"/>
          <p:cNvSpPr/>
          <p:nvPr/>
        </p:nvSpPr>
        <p:spPr>
          <a:xfrm>
            <a:off x="6277356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7436" y="1444752"/>
            <a:ext cx="4722876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Sardor repo yaratadi, hamkorlarni qo'shadi</a:t>
            </a:r>
          </a:p>
        </p:txBody>
      </p:sp>
      <p:sp>
        <p:nvSpPr>
          <p:cNvPr id="12" name="Oval 11"/>
          <p:cNvSpPr/>
          <p:nvPr/>
        </p:nvSpPr>
        <p:spPr>
          <a:xfrm>
            <a:off x="6277356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7436" y="2121408"/>
            <a:ext cx="4722876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56" b="0">
                <a:solidFill>
                  <a:srgbClr val="B02A4A"/>
                </a:solidFill>
                <a:latin typeface="Consolas"/>
              </a:rPr>
              <a:t>README.md</a:t>
            </a:r>
            <a:r>
              <a:rPr sz="1800" b="0">
                <a:solidFill>
                  <a:srgbClr val="1F232B"/>
                </a:solidFill>
                <a:latin typeface="Calibri"/>
              </a:rPr>
              <a:t> — kelishuvlar</a:t>
            </a:r>
          </a:p>
        </p:txBody>
      </p:sp>
      <p:sp>
        <p:nvSpPr>
          <p:cNvPr id="14" name="Oval 13"/>
          <p:cNvSpPr/>
          <p:nvPr/>
        </p:nvSpPr>
        <p:spPr>
          <a:xfrm>
            <a:off x="6277356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7436" y="2798064"/>
            <a:ext cx="4722876" cy="6812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Har kim: </a:t>
            </a:r>
            <a:r>
              <a:rPr sz="1656" b="0">
                <a:solidFill>
                  <a:srgbClr val="B02A4A"/>
                </a:solidFill>
                <a:latin typeface="Consolas"/>
              </a:rPr>
              <a:t>clone</a:t>
            </a:r>
            <a:r>
              <a:rPr sz="1800" b="0">
                <a:solidFill>
                  <a:srgbClr val="1F232B"/>
                </a:solidFill>
                <a:latin typeface="Calibri"/>
              </a:rPr>
              <a:t> → o'z branch'i → 3+ commit → push</a:t>
            </a:r>
          </a:p>
        </p:txBody>
      </p:sp>
      <p:sp>
        <p:nvSpPr>
          <p:cNvPr id="16" name="Oval 15"/>
          <p:cNvSpPr/>
          <p:nvPr/>
        </p:nvSpPr>
        <p:spPr>
          <a:xfrm>
            <a:off x="6277356" y="35615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7436" y="3589020"/>
            <a:ext cx="4722876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1">
                <a:solidFill>
                  <a:srgbClr val="1F232B"/>
                </a:solidFill>
                <a:latin typeface="Calibri"/>
              </a:rPr>
              <a:t>Pull Request</a:t>
            </a:r>
            <a:r>
              <a:rPr sz="1800" b="0">
                <a:solidFill>
                  <a:srgbClr val="1F232B"/>
                </a:solidFill>
                <a:latin typeface="Calibri"/>
              </a:rPr>
              <a:t> + izoh + merge</a:t>
            </a:r>
          </a:p>
        </p:txBody>
      </p:sp>
      <p:sp>
        <p:nvSpPr>
          <p:cNvPr id="18" name="Oval 17"/>
          <p:cNvSpPr/>
          <p:nvPr/>
        </p:nvSpPr>
        <p:spPr>
          <a:xfrm>
            <a:off x="6277356" y="42382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7436" y="4265676"/>
            <a:ext cx="4722876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Netlify/Vercel'ga ulash</a:t>
            </a:r>
          </a:p>
        </p:txBody>
      </p:sp>
      <p:sp>
        <p:nvSpPr>
          <p:cNvPr id="20" name="Oval 19"/>
          <p:cNvSpPr/>
          <p:nvPr/>
        </p:nvSpPr>
        <p:spPr>
          <a:xfrm>
            <a:off x="6277356" y="491490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4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7436" y="4942332"/>
            <a:ext cx="4722876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Telefonda tekshirish → </a:t>
            </a:r>
            <a:r>
              <a:rPr sz="1800" b="1">
                <a:solidFill>
                  <a:srgbClr val="1F232B"/>
                </a:solidFill>
                <a:latin typeface="Calibri"/>
              </a:rPr>
              <a:t>Issue</a:t>
            </a:r>
          </a:p>
        </p:txBody>
      </p:sp>
      <p:sp>
        <p:nvSpPr>
          <p:cNvPr id="22" name="Oval 21"/>
          <p:cNvSpPr/>
          <p:nvPr/>
        </p:nvSpPr>
        <p:spPr>
          <a:xfrm>
            <a:off x="6277356" y="559155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4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7436" y="5618988"/>
            <a:ext cx="4722876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3 daqiqalik taqdimot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Hamma </a:t>
            </a:r>
            <a:r>
              <a:rPr sz="2576" b="0">
                <a:solidFill>
                  <a:srgbClr val="B02A4A"/>
                </a:solidFill>
                <a:latin typeface="Consolas"/>
              </a:rPr>
              <a:t>main</a:t>
            </a:r>
            <a:r>
              <a:rPr sz="2800" b="0">
                <a:solidFill>
                  <a:srgbClr val="1F232B"/>
                </a:solidFill>
                <a:latin typeface="Calibri"/>
              </a:rPr>
              <a:t> ga to'g'ridan-to'g'ri push — bir-birining ishini o'chiradi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Ish boshida </a:t>
            </a:r>
            <a:r>
              <a:rPr sz="2576" b="0">
                <a:solidFill>
                  <a:srgbClr val="B02A4A"/>
                </a:solidFill>
                <a:latin typeface="Consolas"/>
              </a:rPr>
              <a:t>git pull</a:t>
            </a:r>
            <a:r>
              <a:rPr sz="2800" b="0">
                <a:solidFill>
                  <a:srgbClr val="1F232B"/>
                </a:solidFill>
                <a:latin typeface="Calibri"/>
              </a:rPr>
              <a:t> qilmaslik — katta konflikt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&lt;&lt;&lt;&lt;&lt;&lt;&lt;</a:t>
            </a:r>
            <a:r>
              <a:rPr sz="2800" b="0">
                <a:solidFill>
                  <a:srgbClr val="1F232B"/>
                </a:solidFill>
                <a:latin typeface="Calibri"/>
              </a:rPr>
              <a:t> belgilarini faylda qoldirish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Netlify'da "Page not found"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sayt/sayt/index.html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index.html</a:t>
            </a:r>
            <a:r>
              <a:rPr sz="2800" b="0">
                <a:solidFill>
                  <a:srgbClr val="1F232B"/>
                </a:solidFill>
                <a:latin typeface="Calibri"/>
              </a:rPr>
              <a:t> ildizda bo'lsin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Asosiy koddan alohida, mustaqil ishlash uchun Git'da nima yaratiladi?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Commit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Branch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Clone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Remote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Asosiy koddan alohida, mustaqil ishlash uchun Git'da nima yaratiladi?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Commit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Branch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Clone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Remote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O'z branch'ingizni asosiy kodga qo'shishni so'rash nima deyiladi?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Push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Merge Commit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Issue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Pull Request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O'z branch'ingizni asosiy kodga qo'shishni so'rash nima deyiladi?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Push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Merge Commit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Issue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Pull Request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Konflikt qachon yuzaga keladi?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Ikki branch'da bitta qator turlicha o'zgartirilganda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Internet uzilganda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Fayl o'chirilganda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Juda ko'p commit qilinganda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Konflikt qachon yuzaga keladi?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Ikki branch'da bitta qator turlicha o'zgartirilganda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Internet uzilganda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Fayl o'chirilganda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Juda ko'p commit qilinganda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Netlify'ga GitHub orqali ulangan saytni yangilash uchun nima qilish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Papkani qayta yuklash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Netlify'ga xat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Shunchaki </a:t>
            </a:r>
            <a:r>
              <a:rPr sz="1748" b="0">
                <a:solidFill>
                  <a:srgbClr val="B02A4A"/>
                </a:solidFill>
                <a:latin typeface="Consolas"/>
              </a:rPr>
              <a:t>git push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Saytni o'chirib qayta yaratish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Netlify'ga GitHub orqali ulangan saytni yangilash uchun nima qilish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Papkani qayta yuklash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Netlify'ga xat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Shunchaki </a:t>
            </a:r>
            <a:r>
              <a:rPr sz="1748" b="1">
                <a:solidFill>
                  <a:srgbClr val="B02A4A"/>
                </a:solidFill>
                <a:latin typeface="Consolas"/>
              </a:rPr>
              <a:t>git push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Saytni o'chirib qayta yaratish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2938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56815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Jamoaviy loyihadagi qismingizni </a:t>
            </a:r>
            <a:r>
              <a:rPr sz="2800" b="1">
                <a:solidFill>
                  <a:srgbClr val="1F232B"/>
                </a:solidFill>
                <a:latin typeface="Calibri"/>
              </a:rPr>
              <a:t>PR</a:t>
            </a:r>
            <a:r>
              <a:rPr sz="2800" b="0">
                <a:solidFill>
                  <a:srgbClr val="1F232B"/>
                </a:solidFill>
                <a:latin typeface="Calibri"/>
              </a:rPr>
              <a:t> orqali birlashtiring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06039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63347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Portfolioni </a:t>
            </a:r>
            <a:r>
              <a:rPr sz="2800" b="1">
                <a:solidFill>
                  <a:srgbClr val="1F232B"/>
                </a:solidFill>
                <a:latin typeface="Calibri"/>
              </a:rPr>
              <a:t>Netlify</a:t>
            </a:r>
            <a:r>
              <a:rPr sz="2800" b="0">
                <a:solidFill>
                  <a:srgbClr val="1F232B"/>
                </a:solidFill>
                <a:latin typeface="Calibri"/>
              </a:rPr>
              <a:t>'ga (GitHub orqali) joylang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310127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Sinfdoshingiz repozitoriyasida hurmat bilan </a:t>
            </a:r>
            <a:r>
              <a:rPr sz="2800" b="1">
                <a:solidFill>
                  <a:srgbClr val="1F232B"/>
                </a:solidFill>
                <a:latin typeface="Calibri"/>
              </a:rPr>
              <a:t>Issue</a:t>
            </a:r>
            <a:r>
              <a:rPr sz="2800" b="0">
                <a:solidFill>
                  <a:srgbClr val="1F232B"/>
                </a:solidFill>
                <a:latin typeface="Calibri"/>
              </a:rPr>
              <a:t> oching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13-mavzu · Jamoa bilan ishlash va loyiha qilish. Netlify va Vercel'ga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Jamoa: reja → rollar → kelishuvlar → branch → review → merge → deploy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git switch -c nom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git merge nom</a:t>
            </a:r>
            <a:r>
              <a:rPr sz="2800" b="0">
                <a:solidFill>
                  <a:srgbClr val="1F232B"/>
                </a:solidFill>
                <a:latin typeface="Calibri"/>
              </a:rPr>
              <a:t>; konfliktda belgilarni o'chirib add + commit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GitHub: Collaborators, Pull Request, Issues, Projects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Netlify / Vercel: bepul, HTTPS, har push'da avtomatik yangilanish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14. Yakuniy nazorat ishi — I bob (HTML va CSS)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13-mavzu: Jamoa bilan ishlash va loyiha qilish. Netlify va Vercel'ga deploy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