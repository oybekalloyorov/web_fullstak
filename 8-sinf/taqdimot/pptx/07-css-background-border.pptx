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background-size: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40px.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border-radius: 50%.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Xiralik (blur).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🖼️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7-MAVZU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1F232B"/>
                </a:solidFill>
                <a:latin typeface="Calibri"/>
              </a:rPr>
              <a:t>CSS background va border xossalari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Fon rangi, fon rasmi, takrorlanish, joylashuv va o'lcham (cover/contain), gradientlar; chegaralar: qalinlik, uslub, rang, border-radius, box-shadow va outline.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Fon rangi</a:t>
            </a:r>
            <a:r>
              <a:rPr sz="2800" b="0">
                <a:solidFill>
                  <a:srgbClr val="1F232B"/>
                </a:solidFill>
                <a:latin typeface="Calibri"/>
              </a:rPr>
              <a:t>, fon rasmi va </a:t>
            </a:r>
            <a:r>
              <a:rPr sz="2800" b="1">
                <a:solidFill>
                  <a:srgbClr val="1F232B"/>
                </a:solidFill>
                <a:latin typeface="Calibri"/>
              </a:rPr>
              <a:t>gradient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Fon rasmini joylashtirish: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cover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contain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Chegaralar</a:t>
            </a:r>
            <a:r>
              <a:rPr sz="2800" b="0">
                <a:solidFill>
                  <a:srgbClr val="1F232B"/>
                </a:solidFill>
                <a:latin typeface="Calibri"/>
              </a:rPr>
              <a:t> (border) va yumaloq burchaklar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Soyalar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"kartochka" dizayni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Fon rangi — background-color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10871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573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0055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body   { background-color: #f1f5f9;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.quti  { background-color: #4f46e5; color: white; padding: 20px;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.shaff { background-color: rgba(79, 70, 229, 0.2); padding: 20px;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6799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rgba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yarim shaffof fon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8681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3589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padding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matn va chegara orasidagi ichki bo'shliq (keyingi mavzuda batafsil)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09591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Fon rasmi — background-image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29352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94605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.banner {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height: 250px;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background-image: url(</a:t>
            </a:r>
            <a:r>
              <a:rPr sz="1382" b="0">
                <a:solidFill>
                  <a:srgbClr val="98C379"/>
                </a:solidFill>
                <a:latin typeface="Consolas"/>
              </a:rPr>
              <a:t>"../rasmlar/tog.jpg"</a:t>
            </a:r>
            <a:r>
              <a:rPr sz="1382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background-size: cover;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background-position: center;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background-repeat: no-repeat;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  color: white;</a:t>
            </a:r>
          </a:p>
          <a:p>
            <a:pPr>
              <a:lnSpc>
                <a:spcPct val="100000"/>
              </a:lnSpc>
            </a:pPr>
            <a:r>
              <a:rPr sz="138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7356" y="1417320"/>
          <a:ext cx="536295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Xossa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Qiymatlar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background-repeat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no-repeat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repeat-x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background-position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center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top right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background-size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cover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contain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200px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background-attachment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fixed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— parallax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cover va contain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cover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butun qutini </a:t>
            </a:r>
            <a:r>
              <a:rPr sz="2800" b="1">
                <a:solidFill>
                  <a:srgbClr val="1F232B"/>
                </a:solidFill>
                <a:latin typeface="Calibri"/>
              </a:rPr>
              <a:t>to'ldiradi</a:t>
            </a:r>
            <a:r>
              <a:rPr sz="2800" b="0">
                <a:solidFill>
                  <a:srgbClr val="1F232B"/>
                </a:solidFill>
                <a:latin typeface="Calibri"/>
              </a:rPr>
              <a:t>, ortiqchasi kesiladi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contain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rasm </a:t>
            </a:r>
            <a:r>
              <a:rPr sz="2800" b="1">
                <a:solidFill>
                  <a:srgbClr val="1F232B"/>
                </a:solidFill>
                <a:latin typeface="Calibri"/>
              </a:rPr>
              <a:t>to'liq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ko'rinadi, bo'sh joy qolishi mumkin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35504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35504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26944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O'xshatish:</a:t>
            </a:r>
            <a:r>
              <a:rPr sz="2660" b="0">
                <a:solidFill>
                  <a:srgbClr val="1F232B"/>
                </a:solidFill>
                <a:latin typeface="Calibri"/>
              </a:rPr>
              <a:t> </a:t>
            </a:r>
            <a:r>
              <a:rPr sz="2447" b="0">
                <a:solidFill>
                  <a:srgbClr val="B02A4A"/>
                </a:solidFill>
                <a:latin typeface="Consolas"/>
              </a:rPr>
              <a:t>cover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telefon devor qog'ozi (ekran to'la, chetlari kesiladi); </a:t>
            </a:r>
            <a:r>
              <a:rPr sz="2447" b="0">
                <a:solidFill>
                  <a:srgbClr val="B02A4A"/>
                </a:solidFill>
                <a:latin typeface="Consolas"/>
              </a:rPr>
              <a:t>contain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rasm ramkada (butun ko'rinadi, atrofida bo'sh joy).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77817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77817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69257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url()</a:t>
            </a:r>
            <a:r>
              <a:rPr sz="2660" b="0">
                <a:solidFill>
                  <a:srgbClr val="1F232B"/>
                </a:solidFill>
                <a:latin typeface="Calibri"/>
              </a:rPr>
              <a:t> ichidagi yo'l </a:t>
            </a:r>
            <a:r>
              <a:rPr sz="2660" b="1">
                <a:solidFill>
                  <a:srgbClr val="1F232B"/>
                </a:solidFill>
                <a:latin typeface="Calibri"/>
              </a:rPr>
              <a:t>CSS faylga</a:t>
            </a:r>
            <a:r>
              <a:rPr sz="2660" b="0">
                <a:solidFill>
                  <a:srgbClr val="1F232B"/>
                </a:solidFill>
                <a:latin typeface="Calibri"/>
              </a:rPr>
              <a:t> nisbatan: </a:t>
            </a:r>
            <a:r>
              <a:rPr sz="2447" b="0">
                <a:solidFill>
                  <a:srgbClr val="B02A4A"/>
                </a:solidFill>
                <a:latin typeface="Consolas"/>
              </a:rPr>
              <a:t>css/style.css</a:t>
            </a:r>
            <a:r>
              <a:rPr sz="2660" b="0">
                <a:solidFill>
                  <a:srgbClr val="1F232B"/>
                </a:solidFill>
                <a:latin typeface="Calibri"/>
              </a:rPr>
              <a:t> dan </a:t>
            </a:r>
            <a:r>
              <a:rPr sz="2447" b="0">
                <a:solidFill>
                  <a:srgbClr val="B02A4A"/>
                </a:solidFill>
                <a:latin typeface="Consolas"/>
              </a:rPr>
              <a:t>rasmlar/fon.jpg</a:t>
            </a:r>
            <a:r>
              <a:rPr sz="2660" b="0">
                <a:solidFill>
                  <a:srgbClr val="1F232B"/>
                </a:solidFill>
                <a:latin typeface="Calibri"/>
              </a:rPr>
              <a:t> → </a:t>
            </a:r>
            <a:r>
              <a:rPr sz="2447" b="0">
                <a:solidFill>
                  <a:srgbClr val="B02A4A"/>
                </a:solidFill>
                <a:latin typeface="Consolas"/>
              </a:rPr>
              <a:t>url("../rasmlar/fon.jpg")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Qisqa yozuv (shorthand)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7448"/>
            <a:ext cx="11091672" cy="393585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231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6632"/>
            <a:ext cx="10725912" cy="358838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96" b="0">
                <a:solidFill>
                  <a:srgbClr val="7F848E"/>
                </a:solidFill>
                <a:latin typeface="Consolas"/>
              </a:rPr>
              <a:t>/* Uzun yozuv */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.banner {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background-color: #1e293b;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background-image: url(</a:t>
            </a:r>
            <a:r>
              <a:rPr sz="1896" b="0">
                <a:solidFill>
                  <a:srgbClr val="98C379"/>
                </a:solidFill>
                <a:latin typeface="Consolas"/>
              </a:rPr>
              <a:t>"fon.jpg"</a:t>
            </a:r>
            <a:r>
              <a:rPr sz="18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background-repeat: no-repeat;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background-position: center;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background-size: cover;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7F848E"/>
                </a:solidFill>
                <a:latin typeface="Consolas"/>
              </a:rPr>
              <a:t>/* Qisqa yozuv — size "/" dan keyin */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.banner { background: #1e293b url(</a:t>
            </a:r>
            <a:r>
              <a:rPr sz="1896" b="0">
                <a:solidFill>
                  <a:srgbClr val="98C379"/>
                </a:solidFill>
                <a:latin typeface="Consolas"/>
              </a:rPr>
              <a:t>"fon.jpg"</a:t>
            </a:r>
            <a:r>
              <a:rPr sz="1896" b="0">
                <a:solidFill>
                  <a:srgbClr val="E6E6E6"/>
                </a:solidFill>
                <a:latin typeface="Consolas"/>
              </a:rPr>
              <a:t>) no-repeat center / cover;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Gradientlar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2316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718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1500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.g1 { background: linear-gradient(to right, #4f46e5, #06b6d4);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.g2 { background: linear-gradient(135deg, #f97316, #ec4899, #8b5cf6);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.g3 { background: radial-gradient(circle, #fde047, #f97316);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/* Rasm ustida qoraytiruvchi qatlam — oq matn yaxshi o'qiladi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.g4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background: linear-gradient(rgba(0,0,0,.5), rgba(0,0,0,.5)),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  url(</a:t>
            </a:r>
            <a:r>
              <a:rPr sz="1904" b="0">
                <a:solidFill>
                  <a:srgbClr val="98C379"/>
                </a:solidFill>
                <a:latin typeface="Consolas"/>
              </a:rPr>
              <a:t>"shahar.jpg"</a:t>
            </a:r>
            <a:r>
              <a:rPr sz="1904" b="0">
                <a:solidFill>
                  <a:srgbClr val="E6E6E6"/>
                </a:solidFill>
                <a:latin typeface="Consolas"/>
              </a:rPr>
              <a:t>) center / cover;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1336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Gradient — rangdan rangga silliq o'tish; u </a:t>
            </a:r>
            <a:r>
              <a:rPr sz="2800" b="1">
                <a:solidFill>
                  <a:srgbClr val="1F232B"/>
                </a:solidFill>
                <a:latin typeface="Calibri"/>
              </a:rPr>
              <a:t>fon rasmi</a:t>
            </a:r>
            <a:r>
              <a:rPr sz="2800" b="0">
                <a:solidFill>
                  <a:srgbClr val="1F232B"/>
                </a:solidFill>
                <a:latin typeface="Calibri"/>
              </a:rPr>
              <a:t> sifatida ishlaydi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17338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Chegaralar — border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30511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95764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.b1 { border: 2px solid #4f46e5;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.b2 { border: 3px dashed tomato;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.b3 { border: 4px dotted green;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.b4 { border: 6px double #333;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.b6 { border-bottom: 3px solid orange;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.b7 { border-left: 6px solid #4f46e5; }</a:t>
            </a:r>
          </a:p>
          <a:p>
            <a:pPr>
              <a:lnSpc>
                <a:spcPct val="100000"/>
              </a:lnSpc>
            </a:pPr>
            <a:r>
              <a:rPr sz="1590" b="0">
                <a:solidFill>
                  <a:srgbClr val="E6E6E6"/>
                </a:solidFill>
                <a:latin typeface="Consolas"/>
              </a:rPr>
              <a:t>.b8 { border-width: 1px 4px 8px 12px;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qism: </a:t>
            </a:r>
            <a:r>
              <a:rPr sz="2800" b="1">
                <a:solidFill>
                  <a:srgbClr val="1F232B"/>
                </a:solidFill>
                <a:latin typeface="Calibri"/>
              </a:rPr>
              <a:t>qalinlik, uslub, rang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Uslublar: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solid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dashed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dotted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double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groove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080004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Faqat bir tomon: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border-bottom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border-left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7356" y="4133595"/>
            <a:ext cx="5362956" cy="1945132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4133595"/>
            <a:ext cx="82296" cy="19451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225035"/>
            <a:ext cx="4997196" cy="17805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Soat strelkasi qoidasi:</a:t>
            </a:r>
            <a:r>
              <a:rPr sz="2660" b="0">
                <a:solidFill>
                  <a:srgbClr val="1F232B"/>
                </a:solidFill>
                <a:latin typeface="Calibri"/>
              </a:rPr>
              <a:t> 4 qiymat — </a:t>
            </a:r>
            <a:r>
              <a:rPr sz="2660" b="1">
                <a:solidFill>
                  <a:srgbClr val="1F232B"/>
                </a:solidFill>
                <a:latin typeface="Calibri"/>
              </a:rPr>
              <a:t>tepa → o'ng → past → chap</a:t>
            </a:r>
            <a:r>
              <a:rPr sz="2660" b="0">
                <a:solidFill>
                  <a:srgbClr val="1F232B"/>
                </a:solidFill>
                <a:latin typeface="Calibri"/>
              </a:rPr>
              <a:t> (margin va padding'da ham)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Yumaloq burchaklar — border-radius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0813"/>
            <a:ext cx="11091672" cy="31975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567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9997"/>
            <a:ext cx="10725912" cy="28501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.r1 { border-radius: 10px;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.r3 { border-radius: 50%; }               /* doira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.r4 { border-radius: 40px 0 40px 0; }     /* barg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.r5 { border-radius: 999px; }             /* </a:t>
            </a:r>
            <a:r>
              <a:rPr sz="1496" b="0">
                <a:solidFill>
                  <a:srgbClr val="98C379"/>
                </a:solidFill>
                <a:latin typeface="Consolas"/>
              </a:rPr>
              <a:t>"tabletka"</a:t>
            </a:r>
            <a:r>
              <a:rPr sz="1496" b="0">
                <a:solidFill>
                  <a:srgbClr val="E6E6E6"/>
                </a:solidFill>
                <a:latin typeface="Consolas"/>
              </a:rPr>
              <a:t> tugma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img.avatar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width: 120px; height: 120px;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border-radius: 50%;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object-fit: cover;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border: 4px solid white;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47865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E2552B"/>
                </a:solidFill>
                <a:latin typeface="Calibri"/>
              </a:rPr>
              <a:t>border-radius: 50% + teng kenglik va balandlik = doira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Soyalar — box-shadow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688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5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872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box-shadow: 0 4px 12px rgba(0, 0, 0, 0.15);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/*          │  │   │    └ rang (yarim shaffof)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│  │   └ xiralik (blur)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│  └ pastga siljish (y)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└ o'ngga siljish (x)         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.s1 { box-shadow: 0 1px 3px rgba(0,0,0,.12); }       /* yengil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.s3 { box-shadow: 0 20px 40px rgba(79,70,229,.35); } /* rangli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.s4 { box-shadow: inset 0 2px 6px rgba(0,0,0,.2); }  /* ichki 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66735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66735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5817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outline: none</a:t>
            </a:r>
            <a:r>
              <a:rPr sz="2660" b="0">
                <a:solidFill>
                  <a:srgbClr val="1F232B"/>
                </a:solidFill>
                <a:latin typeface="Calibri"/>
              </a:rPr>
              <a:t> bilan fokus chizig'ini o'chirmang — klaviaturadan foydalanuvchilar adashadi.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"O'quvchi kartochkasi" — zamonaviy card dizayni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HTML qismi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6695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155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5879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"karta"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"karta-fon"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&lt;img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"avatar"</a:t>
            </a:r>
            <a:r>
              <a:rPr sz="1904" b="0">
                <a:solidFill>
                  <a:srgbClr val="E6E6E6"/>
                </a:solidFill>
                <a:latin typeface="Consolas"/>
              </a:rPr>
              <a:t> src=</a:t>
            </a:r>
            <a:r>
              <a:rPr sz="1904" b="0">
                <a:solidFill>
                  <a:srgbClr val="98C379"/>
                </a:solidFill>
                <a:latin typeface="Consolas"/>
              </a:rPr>
              <a:t>"men.jpg"</a:t>
            </a:r>
            <a:r>
              <a:rPr sz="1904" b="0">
                <a:solidFill>
                  <a:srgbClr val="E6E6E6"/>
                </a:solidFill>
                <a:latin typeface="Consolas"/>
              </a:rPr>
              <a:t> alt=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 Karimova"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&lt;h2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Malika Karimova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"sinf"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8-</a:t>
            </a:r>
            <a:r>
              <a:rPr sz="1904" b="0">
                <a:solidFill>
                  <a:srgbClr val="98C379"/>
                </a:solidFill>
                <a:latin typeface="Consolas"/>
              </a:rPr>
              <a:t>"A"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 · Frontend yo'nalishi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"matn"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HTML va CSS bilan chiroyli sahifalar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yaratishni yaxshi ko'raman.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"tugma"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"#"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Portfolioni ko'rish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CSS qismi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body {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background: linear-gradient(135deg, #e0e7ff, #fce7f3);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padding: 40px;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.karta {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width: 320px; margin: 0 auto;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background-color: white;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border-radius: 20px;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box-shadow: 0 15px 35px rgba(79, 70, 229, 0.2);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text-align: center;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.karta-fon {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height: 110px;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background: linear-gradient(to right, #4f46e5, #06b6d4);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border-radius: 20px 20px 0 0;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.avatar { width: 110px; height: 110px; border-radius: 50%;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border: 5px solid white; margin-top: -55px; 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.tugma { background: #4f46e5; color: white; padding: 10px 22px;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border-radius: 999px; text-decoration: none;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Fon rasmi ko'rinmaydi — yo'l HTML'ga nisbatan yozilgan yoki element balandligi 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border: 2px red;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uslub (</a:t>
            </a:r>
            <a:r>
              <a:rPr sz="2576" b="0">
                <a:solidFill>
                  <a:srgbClr val="B02A4A"/>
                </a:solidFill>
                <a:latin typeface="Consolas"/>
              </a:rPr>
              <a:t>solid</a:t>
            </a:r>
            <a:r>
              <a:rPr sz="2800" b="0">
                <a:solidFill>
                  <a:srgbClr val="1F232B"/>
                </a:solidFill>
                <a:latin typeface="Calibri"/>
              </a:rPr>
              <a:t>) unutilgan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Doira emas, oval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width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height</a:t>
            </a:r>
            <a:r>
              <a:rPr sz="2800" b="0">
                <a:solidFill>
                  <a:srgbClr val="1F232B"/>
                </a:solidFill>
                <a:latin typeface="Calibri"/>
              </a:rPr>
              <a:t> teng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Qattiq qora soya </a:t>
            </a:r>
            <a:r>
              <a:rPr sz="2576" b="0">
                <a:solidFill>
                  <a:srgbClr val="B02A4A"/>
                </a:solidFill>
                <a:latin typeface="Consolas"/>
              </a:rPr>
              <a:t>5px 5px 0 black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yumshoq, shaffof soyalar ishlating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Fon rasmi butun maydonni to'ldirishi (ortig'i kesilishi)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background-size: contain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background-size: 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background-repeat: repeat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background-position: fill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Fon rasmi butun maydonni to'ldirishi (ortig'i kesilishi)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background-size: contain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background-size: 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background-repeat: repeat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background-position: fill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margin: 10px 20px 30px 40px;</a:t>
            </a:r>
            <a:r>
              <a:rPr sz="2400" b="1">
                <a:solidFill>
                  <a:srgbClr val="1F232B"/>
                </a:solidFill>
                <a:latin typeface="Calibri"/>
              </a:rPr>
              <a:t> da chap tomon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30px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margin: 10px 20px 30px 40px;</a:t>
            </a:r>
            <a:r>
              <a:rPr sz="2400" b="1">
                <a:solidFill>
                  <a:srgbClr val="1F232B"/>
                </a:solidFill>
                <a:latin typeface="Calibri"/>
              </a:rPr>
              <a:t> da chap tomon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40px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30px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Kvadrat rasmni doiraga aylantirish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border-radius: 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border: circle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shape: 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border-radius: 10px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Kvadrat rasmni doiraga aylantirish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border-radius: 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border: circle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shape: 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border-radius: 10px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box-shadow: 0 10px 20px rgba(0,0,0,.2)</a:t>
            </a:r>
            <a:r>
              <a:rPr sz="2400" b="1">
                <a:solidFill>
                  <a:srgbClr val="1F232B"/>
                </a:solidFill>
                <a:latin typeface="Calibri"/>
              </a:rPr>
              <a:t> da </a:t>
            </a:r>
            <a:r>
              <a:rPr sz="2208" b="1">
                <a:solidFill>
                  <a:srgbClr val="B02A4A"/>
                </a:solidFill>
                <a:latin typeface="Consolas"/>
              </a:rPr>
              <a:t>20px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O'ngga siljish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Xiralik (blur)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Pastga siljish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Soya rangi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box-shadow: 0 10px 20px rgba(0,0,0,.2)</a:t>
            </a:r>
            <a:r>
              <a:rPr sz="2400" b="1">
                <a:solidFill>
                  <a:srgbClr val="1F232B"/>
                </a:solidFill>
                <a:latin typeface="Calibri"/>
              </a:rPr>
              <a:t> da </a:t>
            </a:r>
            <a:r>
              <a:rPr sz="2208" b="1">
                <a:solidFill>
                  <a:srgbClr val="B02A4A"/>
                </a:solidFill>
                <a:latin typeface="Consolas"/>
              </a:rPr>
              <a:t>20px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O'ngga siljish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Xiralik (blur)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Pastga siljish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Soya rangi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938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5681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Vizitka bosh sahifasiga </a:t>
            </a:r>
            <a:r>
              <a:rPr sz="2800" b="1">
                <a:solidFill>
                  <a:srgbClr val="1F232B"/>
                </a:solidFill>
                <a:latin typeface="Calibri"/>
              </a:rPr>
              <a:t>gradient + fon rasmli banner</a:t>
            </a:r>
            <a:r>
              <a:rPr sz="2800" b="0">
                <a:solidFill>
                  <a:srgbClr val="1F232B"/>
                </a:solidFill>
                <a:latin typeface="Calibri"/>
              </a:rPr>
              <a:t> qo'shing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3347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ta sinfdosh uchun turli rangdagi </a:t>
            </a:r>
            <a:r>
              <a:rPr sz="2800" b="1">
                <a:solidFill>
                  <a:srgbClr val="1F232B"/>
                </a:solidFill>
                <a:latin typeface="Calibri"/>
              </a:rPr>
              <a:t>o'quvchi kartochkalari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3101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cssgradient.io</a:t>
            </a:r>
            <a:r>
              <a:rPr sz="2800" b="0">
                <a:solidFill>
                  <a:srgbClr val="1F232B"/>
                </a:solidFill>
                <a:latin typeface="Calibri"/>
              </a:rPr>
              <a:t> da o'z gradientingizni yarating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7-mavzu · CSS background va border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Fon: </a:t>
            </a:r>
            <a:r>
              <a:rPr sz="2576" b="0">
                <a:solidFill>
                  <a:srgbClr val="B02A4A"/>
                </a:solidFill>
                <a:latin typeface="Consolas"/>
              </a:rPr>
              <a:t>background-color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background-image: url()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-size: cover/contain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Qisqasi: </a:t>
            </a:r>
            <a:r>
              <a:rPr sz="2576" b="0">
                <a:solidFill>
                  <a:srgbClr val="B02A4A"/>
                </a:solidFill>
                <a:latin typeface="Consolas"/>
              </a:rPr>
              <a:t>background: rang url() no-repeat center / cover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Gradient: </a:t>
            </a:r>
            <a:r>
              <a:rPr sz="2576" b="0">
                <a:solidFill>
                  <a:srgbClr val="B02A4A"/>
                </a:solidFill>
                <a:latin typeface="Consolas"/>
              </a:rPr>
              <a:t>linear-gradient()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radial-gradient()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Chegara: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border: qalinlik uslub rang</a:t>
            </a:r>
            <a:r>
              <a:rPr sz="2800" b="0">
                <a:solidFill>
                  <a:srgbClr val="1F232B"/>
                </a:solidFill>
                <a:latin typeface="Calibri"/>
              </a:rPr>
              <a:t>; tartib — tepa, o'ng, past, chap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border-radius</a:t>
            </a:r>
            <a:r>
              <a:rPr sz="2800" b="0">
                <a:solidFill>
                  <a:srgbClr val="1F232B"/>
                </a:solidFill>
                <a:latin typeface="Calibri"/>
              </a:rPr>
              <a:t> (50% = doira),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box-shadow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soya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8. Box model va o'lcham birliklari. Flexbox va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7-mavzu: CSS background va border xossalari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